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999" cy="685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EXO frame: 1</a:t>
            </a:r>
          </a:p>
          <a:p>
            <a:r>
              <a:t>Time: 0.000000 sec</a:t>
            </a:r>
          </a:p>
          <a:p>
            <a:r>
              <a:t>Source: demo.exo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EXO frame: 31</a:t>
            </a:r>
          </a:p>
          <a:p>
            <a:r>
              <a:t>Time: 1.000000 sec</a:t>
            </a:r>
          </a:p>
          <a:p>
            <a:r>
              <a:t>Source: demo.exo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EXO frame: 61</a:t>
            </a:r>
          </a:p>
          <a:p>
            <a:r>
              <a:t>Time: 2.000000 sec</a:t>
            </a:r>
          </a:p>
          <a:p>
            <a:r>
              <a:t>Source: demo.exo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XO 0 / Layer 2 / text"/>
          <p:cNvSpPr txBox="1"/>
          <p:nvPr/>
        </p:nvSpPr>
        <p:spPr>
          <a:xfrm>
            <a:off x="1333500" y="1143000"/>
            <a:ext cx="2971800" cy="4572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599"/>
              </a:lnSpc>
              <a:spcBef>
                <a:spcPts val="0"/>
              </a:spcBef>
              <a:spcAft>
                <a:spcPts val="0"/>
              </a:spcAft>
            </a:pPr>
            <a:r>
              <a:rPr sz="3599" b="0" i="0" lang="ja-JP" spc="0" kern="400000">
                <a:solidFill>
                  <a:srgbClr val="FFFFFF"/>
                </a:solidFill>
                <a:latin typeface="MS Gothic"/>
                <a:ea typeface="MS Gothic"/>
              </a:rPr>
              <a:t>関連研究A [1]</a:t>
            </a:r>
          </a:p>
        </p:txBody>
      </p:sp>
      <p:sp>
        <p:nvSpPr>
          <p:cNvPr id="3" name="EXO 2 / Layer 4 / text"/>
          <p:cNvSpPr txBox="1"/>
          <p:nvPr/>
        </p:nvSpPr>
        <p:spPr>
          <a:xfrm>
            <a:off x="1333500" y="4381500"/>
            <a:ext cx="4343400" cy="2286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799"/>
              </a:lnSpc>
              <a:spcBef>
                <a:spcPts val="0"/>
              </a:spcBef>
              <a:spcAft>
                <a:spcPts val="0"/>
              </a:spcAft>
            </a:pPr>
            <a:r>
              <a:rPr sz="1799" b="0" i="0" lang="ja-JP" spc="0" kern="400000">
                <a:solidFill>
                  <a:srgbClr val="FFFFFF"/>
                </a:solidFill>
                <a:latin typeface="MS Gothic"/>
                <a:ea typeface="MS Gothic"/>
              </a:rPr>
              <a:t>[1] 論文A（動作確認用サンプル）, 2024.</a:t>
            </a:r>
          </a:p>
        </p:txBody>
      </p:sp>
      <p:sp>
        <p:nvSpPr>
          <p:cNvPr id="4" name="EXO 3 / Layer 5 / text"/>
          <p:cNvSpPr txBox="1"/>
          <p:nvPr/>
        </p:nvSpPr>
        <p:spPr>
          <a:xfrm>
            <a:off x="1333500" y="4953000"/>
            <a:ext cx="4343400" cy="2286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799"/>
              </a:lnSpc>
              <a:spcBef>
                <a:spcPts val="0"/>
              </a:spcBef>
              <a:spcAft>
                <a:spcPts val="0"/>
              </a:spcAft>
            </a:pPr>
            <a:r>
              <a:rPr sz="1799" b="0" i="0" lang="ja-JP" spc="0" kern="400000">
                <a:solidFill>
                  <a:srgbClr val="FFFFFF"/>
                </a:solidFill>
                <a:latin typeface="MS Gothic"/>
                <a:ea typeface="MS Gothic"/>
              </a:rPr>
              <a:t>[2] 論文B（動作確認用サンプル）, 2025.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XO 1 / Layer 2 / text"/>
          <p:cNvSpPr txBox="1"/>
          <p:nvPr/>
        </p:nvSpPr>
        <p:spPr>
          <a:xfrm>
            <a:off x="1333500" y="1143000"/>
            <a:ext cx="2971800" cy="4572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3599"/>
              </a:lnSpc>
              <a:spcBef>
                <a:spcPts val="0"/>
              </a:spcBef>
              <a:spcAft>
                <a:spcPts val="0"/>
              </a:spcAft>
            </a:pPr>
            <a:r>
              <a:rPr sz="3599" b="0" i="0" lang="ja-JP" spc="0" kern="400000">
                <a:solidFill>
                  <a:srgbClr val="FFFFFF"/>
                </a:solidFill>
                <a:latin typeface="MS Gothic"/>
                <a:ea typeface="MS Gothic"/>
              </a:rPr>
              <a:t>関連研究B [2]</a:t>
            </a:r>
          </a:p>
        </p:txBody>
      </p:sp>
      <p:sp>
        <p:nvSpPr>
          <p:cNvPr id="3" name="EXO 2 / Layer 4 / text"/>
          <p:cNvSpPr txBox="1"/>
          <p:nvPr/>
        </p:nvSpPr>
        <p:spPr>
          <a:xfrm>
            <a:off x="1333500" y="4381500"/>
            <a:ext cx="4343400" cy="2286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799"/>
              </a:lnSpc>
              <a:spcBef>
                <a:spcPts val="0"/>
              </a:spcBef>
              <a:spcAft>
                <a:spcPts val="0"/>
              </a:spcAft>
            </a:pPr>
            <a:r>
              <a:rPr sz="1799" b="0" i="0" lang="ja-JP" spc="0" kern="400000">
                <a:solidFill>
                  <a:srgbClr val="FFFFFF"/>
                </a:solidFill>
                <a:latin typeface="MS Gothic"/>
                <a:ea typeface="MS Gothic"/>
              </a:rPr>
              <a:t>[1] 論文A（動作確認用サンプル）, 2024.</a:t>
            </a:r>
          </a:p>
        </p:txBody>
      </p:sp>
      <p:sp>
        <p:nvSpPr>
          <p:cNvPr id="4" name="EXO 3 / Layer 5 / text"/>
          <p:cNvSpPr txBox="1"/>
          <p:nvPr/>
        </p:nvSpPr>
        <p:spPr>
          <a:xfrm>
            <a:off x="1333500" y="4953000"/>
            <a:ext cx="4343400" cy="2286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799"/>
              </a:lnSpc>
              <a:spcBef>
                <a:spcPts val="0"/>
              </a:spcBef>
              <a:spcAft>
                <a:spcPts val="0"/>
              </a:spcAft>
            </a:pPr>
            <a:r>
              <a:rPr sz="1799" b="0" i="0" lang="ja-JP" spc="0" kern="400000">
                <a:solidFill>
                  <a:srgbClr val="FFFFFF"/>
                </a:solidFill>
                <a:latin typeface="MS Gothic"/>
                <a:ea typeface="MS Gothic"/>
              </a:rPr>
              <a:t>[2] 論文B（動作確認用サンプル）, 2025.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XO 4 / Layer 2 / text"/>
          <p:cNvSpPr txBox="1"/>
          <p:nvPr/>
        </p:nvSpPr>
        <p:spPr>
          <a:xfrm>
            <a:off x="1333500" y="1143000"/>
            <a:ext cx="4343400" cy="4572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799"/>
              </a:lnSpc>
              <a:spcBef>
                <a:spcPts val="0"/>
              </a:spcBef>
              <a:spcAft>
                <a:spcPts val="0"/>
              </a:spcAft>
            </a:pPr>
            <a:r>
              <a:rPr sz="1799" b="0" i="0" lang="ja-JP" spc="0" kern="400000">
                <a:solidFill>
                  <a:srgbClr val="FFFFFF"/>
                </a:solidFill>
                <a:latin typeface="MS Gothic"/>
                <a:ea typeface="MS Gothic"/>
              </a:rPr>
              <a:t>[1] 論文A（動作確認用サンプル）, 2024.</a:t>
            </a:r>
          </a:p>
          <a:p>
            <a:pPr algn="l">
              <a:lnSpc>
                <a:spcPts val="1799"/>
              </a:lnSpc>
              <a:spcBef>
                <a:spcPts val="0"/>
              </a:spcBef>
              <a:spcAft>
                <a:spcPts val="0"/>
              </a:spcAft>
            </a:pPr>
            <a:r>
              <a:rPr sz="1799" b="0" i="0" lang="ja-JP" spc="0" kern="400000">
                <a:solidFill>
                  <a:srgbClr val="FFFFFF"/>
                </a:solidFill>
                <a:latin typeface="MS Gothic"/>
                <a:ea typeface="MS Gothic"/>
              </a:rPr>
              <a:t>[2] 論文B（動作確認用サンプル）, 2025.</a:t>
            </a:r>
          </a:p>
        </p:txBody>
      </p:sp>
      <p:sp>
        <p:nvSpPr>
          <p:cNvPr id="3" name="EXO 2 / Layer 4 / text"/>
          <p:cNvSpPr txBox="1"/>
          <p:nvPr/>
        </p:nvSpPr>
        <p:spPr>
          <a:xfrm>
            <a:off x="1333500" y="4381500"/>
            <a:ext cx="4343400" cy="2286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799"/>
              </a:lnSpc>
              <a:spcBef>
                <a:spcPts val="0"/>
              </a:spcBef>
              <a:spcAft>
                <a:spcPts val="0"/>
              </a:spcAft>
            </a:pPr>
            <a:r>
              <a:rPr sz="1799" b="0" i="0" lang="ja-JP" spc="0" kern="400000">
                <a:solidFill>
                  <a:srgbClr val="FFFFFF"/>
                </a:solidFill>
                <a:latin typeface="MS Gothic"/>
                <a:ea typeface="MS Gothic"/>
              </a:rPr>
              <a:t>[1] 論文A（動作確認用サンプル）, 2024.</a:t>
            </a:r>
          </a:p>
        </p:txBody>
      </p:sp>
      <p:sp>
        <p:nvSpPr>
          <p:cNvPr id="4" name="EXO 3 / Layer 5 / text"/>
          <p:cNvSpPr txBox="1"/>
          <p:nvPr/>
        </p:nvSpPr>
        <p:spPr>
          <a:xfrm>
            <a:off x="1333500" y="4953000"/>
            <a:ext cx="4343400" cy="2286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799"/>
              </a:lnSpc>
              <a:spcBef>
                <a:spcPts val="0"/>
              </a:spcBef>
              <a:spcAft>
                <a:spcPts val="0"/>
              </a:spcAft>
            </a:pPr>
            <a:r>
              <a:rPr sz="1799" b="0" i="0" lang="ja-JP" spc="0" kern="400000">
                <a:solidFill>
                  <a:srgbClr val="FFFFFF"/>
                </a:solidFill>
                <a:latin typeface="MS Gothic"/>
                <a:ea typeface="MS Gothic"/>
              </a:rPr>
              <a:t>[2] 論文B（動作確認用サンプル）, 2025.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