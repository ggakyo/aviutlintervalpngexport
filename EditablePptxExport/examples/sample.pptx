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EXO frame: 1</a:t>
            </a:r>
          </a:p>
          <a:p>
            <a:r>
              <a:t>Time: 0.000000 sec</a:t>
            </a:r>
          </a:p>
          <a:p>
            <a:r>
              <a:t>Source: sample.exo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EXO frame: 31</a:t>
            </a:r>
          </a:p>
          <a:p>
            <a:r>
              <a:t>Time: 1.000000 sec</a:t>
            </a:r>
          </a:p>
          <a:p>
            <a:r>
              <a:t>Source: sample.exo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XO 1 / Layer 1 / ima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7543799" y="3000375"/>
            <a:ext cx="3200400" cy="2000250"/>
          </a:xfrm>
          <a:prstGeom prst="rect">
            <a:avLst/>
          </a:prstGeom>
        </p:spPr>
      </p:pic>
      <p:sp>
        <p:nvSpPr>
          <p:cNvPr id="3" name="EXO 0 / Layer 2 / text"/>
          <p:cNvSpPr txBox="1"/>
          <p:nvPr/>
        </p:nvSpPr>
        <p:spPr>
          <a:xfrm>
            <a:off x="952500" y="857250"/>
            <a:ext cx="6172199" cy="514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049"/>
              </a:lnSpc>
              <a:spcBef>
                <a:spcPts val="0"/>
              </a:spcBef>
              <a:spcAft>
                <a:spcPts val="0"/>
              </a:spcAft>
            </a:pPr>
            <a:r>
              <a:rPr sz="404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AviUtl → 編集できるPPTX</a:t>
            </a:r>
          </a:p>
        </p:txBody>
      </p:sp>
      <p:sp>
        <p:nvSpPr>
          <p:cNvPr id="4" name="EXO 2 / Layer 3 / text"/>
          <p:cNvSpPr txBox="1"/>
          <p:nvPr/>
        </p:nvSpPr>
        <p:spPr>
          <a:xfrm>
            <a:off x="1047750" y="2476500"/>
            <a:ext cx="4876800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74"/>
              </a:lnSpc>
              <a:spcBef>
                <a:spcPts val="0"/>
              </a:spcBef>
              <a:spcAft>
                <a:spcPts val="0"/>
              </a:spcAft>
            </a:pPr>
            <a:r>
              <a:rPr sz="23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この文字はコピー・検索できます。</a:t>
            </a:r>
          </a:p>
          <a:p>
            <a:pPr algn="l">
              <a:lnSpc>
                <a:spcPts val="2474"/>
              </a:lnSpc>
              <a:spcBef>
                <a:spcPts val="0"/>
              </a:spcBef>
              <a:spcAft>
                <a:spcPts val="0"/>
              </a:spcAft>
            </a:pPr>
            <a:r>
              <a:rPr sz="23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文字と画像を別々に編集できます。</a:t>
            </a:r>
          </a:p>
        </p:txBody>
      </p:sp>
      <p:sp>
        <p:nvSpPr>
          <p:cNvPr id="5" name="EXO 4 / Layer 4 / text"/>
          <p:cNvSpPr txBox="1"/>
          <p:nvPr/>
        </p:nvSpPr>
        <p:spPr>
          <a:xfrm>
            <a:off x="1047750" y="5619750"/>
            <a:ext cx="4000500" cy="2667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99"/>
              </a:lnSpc>
              <a:spcBef>
                <a:spcPts val="0"/>
              </a:spcBef>
              <a:spcAft>
                <a:spcPts val="0"/>
              </a:spcAft>
            </a:pPr>
            <a:r>
              <a:rPr sz="2099" b="0" i="0" lang="ja-JP" spc="0" kern="400000">
                <a:solidFill>
                  <a:srgbClr val="FFD88E"/>
                </a:solidFill>
                <a:latin typeface="MS Gothic"/>
                <a:ea typeface="MS Gothic"/>
              </a:rPr>
              <a:t>試作版：文字の描画差は残ります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XO 1 / Layer 1 / ima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7543799" y="3000375"/>
            <a:ext cx="3200400" cy="2000250"/>
          </a:xfrm>
          <a:prstGeom prst="rect">
            <a:avLst/>
          </a:prstGeom>
        </p:spPr>
      </p:pic>
      <p:sp>
        <p:nvSpPr>
          <p:cNvPr id="3" name="EXO 0 / Layer 2 / text"/>
          <p:cNvSpPr txBox="1"/>
          <p:nvPr/>
        </p:nvSpPr>
        <p:spPr>
          <a:xfrm>
            <a:off x="952500" y="857250"/>
            <a:ext cx="6172199" cy="514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049"/>
              </a:lnSpc>
              <a:spcBef>
                <a:spcPts val="0"/>
              </a:spcBef>
              <a:spcAft>
                <a:spcPts val="0"/>
              </a:spcAft>
            </a:pPr>
            <a:r>
              <a:rPr sz="404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AviUtl → 編集できるPPTX</a:t>
            </a:r>
          </a:p>
        </p:txBody>
      </p:sp>
      <p:sp>
        <p:nvSpPr>
          <p:cNvPr id="4" name="EXO 3 / Layer 3 / text"/>
          <p:cNvSpPr txBox="1"/>
          <p:nvPr/>
        </p:nvSpPr>
        <p:spPr>
          <a:xfrm>
            <a:off x="1047750" y="2476500"/>
            <a:ext cx="5486400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74"/>
              </a:lnSpc>
              <a:spcBef>
                <a:spcPts val="0"/>
              </a:spcBef>
              <a:spcAft>
                <a:spcPts val="0"/>
              </a:spcAft>
            </a:pPr>
            <a:r>
              <a:rPr sz="23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2ページ目：31フレーム目</a:t>
            </a:r>
          </a:p>
          <a:p>
            <a:pPr algn="l">
              <a:lnSpc>
                <a:spcPts val="2474"/>
              </a:lnSpc>
              <a:spcBef>
                <a:spcPts val="0"/>
              </a:spcBef>
              <a:spcAft>
                <a:spcPts val="0"/>
              </a:spcAft>
            </a:pPr>
            <a:r>
              <a:rPr sz="23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表示期間に合わせて文字が変わります。</a:t>
            </a:r>
          </a:p>
        </p:txBody>
      </p:sp>
      <p:sp>
        <p:nvSpPr>
          <p:cNvPr id="5" name="EXO 4 / Layer 4 / text"/>
          <p:cNvSpPr txBox="1"/>
          <p:nvPr/>
        </p:nvSpPr>
        <p:spPr>
          <a:xfrm>
            <a:off x="1047750" y="5619750"/>
            <a:ext cx="4000500" cy="2667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99"/>
              </a:lnSpc>
              <a:spcBef>
                <a:spcPts val="0"/>
              </a:spcBef>
              <a:spcAft>
                <a:spcPts val="0"/>
              </a:spcAft>
            </a:pPr>
            <a:r>
              <a:rPr sz="2099" b="0" i="0" lang="ja-JP" spc="0" kern="400000">
                <a:solidFill>
                  <a:srgbClr val="FFD88E"/>
                </a:solidFill>
                <a:latin typeface="MS Gothic"/>
                <a:ea typeface="MS Gothic"/>
              </a:rPr>
              <a:t>試作版：文字の描画差は残ります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